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4157F-B7DA-5334-2A36-5C887D48D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0B9BAA-D1A0-DE56-39C2-11FB9EEEC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AFEC2-AEEB-8024-C8E6-4778036BD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B3EDF-BC6D-8354-28A6-0BA879B55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1E1F1-227E-E1DC-191D-E9A2526EB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760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99B1A-2973-8BAE-2AE7-4F9698C5F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5C96F-4BCA-0DAB-1EAB-4DF17508D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948B1-71D9-2C3D-CA3F-D45292036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C06ED-B329-F235-CDA9-A3FCBCD3C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E9088-7C03-72BD-C9FC-35B1D8093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955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6957D-2B7A-1AA4-A68D-EDCFE5A0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BC548-4B9F-A2EC-6705-24EFF0E62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A0380-419D-C61A-4AB2-CD5EDE69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75FE5-7B98-2B5D-BE7F-C80863FA1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84AD-FE5B-8132-4BCC-89EA407D8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986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1A49F-8F28-8819-66AF-1FFB5ABE6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6A656-2D68-53C9-AE07-3D6B10F237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9748F-3FC9-1CC2-6EB8-4E0A6F38B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745AA-4EF7-4B7B-AB03-AAF3B67F3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2C195-E747-F453-A1BB-414F26C8F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2539D-1C45-E207-2187-B38527961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102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AFCDA-0D17-D61B-43C7-6CEFB6A25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A250C-9F5B-D5B6-A1BB-566590B9E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9140A-9DFC-CBBF-5C50-76C971B45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39B91C-34A7-AFD6-99D3-3A42D9DCE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7CE6A1-075E-365D-08C7-16276462B2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92CC50-0327-3B43-160A-22AA537E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75EB7C-9E1F-E4BC-740E-910C9DEC0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B647C3-CB85-9ADC-D3CC-23E42B657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528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807DD-74BC-47E2-BB33-8C1FFF4A2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7B55B-25B7-78A9-15E8-3214C25FE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D867D-FF5C-4B94-11FC-8383D20E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BFB44-79E5-F0E5-E3CC-C53DD3848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300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2EA85C-01C5-F73E-9FA5-73F631120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D33C21-B7B7-B6DF-B0E7-9FBEEDCDB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D3F32-EE62-931E-8E64-8B21F4662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320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6D735-851D-38DC-F574-8408587C8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74B6A-12C0-D2CF-6401-10AF02475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AA5AE-3588-7C95-DCAE-EC7E16624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BBB2D-C822-00A0-4E5A-EFCCC252D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12558-38A3-359D-FB9E-93B8F0A7C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0C9C0-D738-ECC6-3664-46E14CAA4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275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FD909-9702-07BE-562F-1AD25F819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A2A64E-C10A-E6C2-2FFB-CF086F60C9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4B0F98-59A6-2EB7-FFFE-88320AA80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71EF5-FAAB-5E2F-4495-25D273B8B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A57D0-C752-821B-C730-25E91F23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DE827-EBEE-1DA0-6CE4-3DE93B40E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217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C29BB-0D54-1A2F-46B6-4CF6B059A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B44EAF-C251-8C36-FC32-EEE4F1455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4211E-4CBB-F225-CCDB-8D8C67F02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2EB0A-5E7A-31BC-E4E3-286AEEE8B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52544-8B44-5994-CC26-616523881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911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8C8906-4C71-E9F9-B078-61EED6BE31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FB02C0-835F-0812-BD81-6690FE037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90938-FDC9-D3BB-F7CD-F990AAFF4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FBDA6-B866-725C-F5D1-E156E2F2F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DAAD3-9F12-5F6C-D6A0-810AF0BCB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050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5666A3-741C-BA31-DA24-07CBE110A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3070E-EEEC-7327-72FD-3B0533F5A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A197E-349C-5882-20DD-D1AE77236E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9B7EF-FEB5-F398-C448-9A77C12181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0A5B2-A01A-78D1-B75B-D266F2C64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130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8CAD4-EF55-EC70-A631-57C043BC5F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1</a:t>
            </a:r>
            <a:br>
              <a:rPr lang="en-US" dirty="0"/>
            </a:br>
            <a:r>
              <a:rPr lang="en-US" dirty="0"/>
              <a:t>Concept Learning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F34CC-E808-6095-9F10-8532A2157C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Raghu Prasad K S</a:t>
            </a:r>
          </a:p>
          <a:p>
            <a:r>
              <a:rPr lang="en-US" dirty="0"/>
              <a:t>9845547471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6041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0A422-B27E-2945-FC34-6FFD864A8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4A7A8-B566-926F-59E7-2A54FA35B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3F3EEC-09EA-7E9F-8F92-D4F2FC466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197" y="1825624"/>
            <a:ext cx="10419603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926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9DF3E-563F-FED9-DDCB-496F1BC41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941FE-DA68-4D6B-2776-505EC3F29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4CD77-F799-DA23-B661-D5D352E48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0C9494-AADE-084F-6659-1C6028D65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6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502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4039A-854F-1C38-4C5C-E59321E9E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25E4A-6178-8521-A79A-B8EA37EF8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6C6F6-1F4E-0F7B-CA6D-F0D0928CE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AFF64D-BE38-3A0F-3F4F-4DAE751B6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457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053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BD6E1-C2E7-2BF4-71AC-BAF529067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A3F71-DA9F-EA1B-F9CF-1C7EA96FE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F36D3-992B-275B-8DE1-F6008AAE2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EB7F82-3E14-F507-DB62-68A2CB66D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227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9F934-92A0-F768-6F3B-BD3292B93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3001C-F6EF-2646-33F9-58853D6D0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672E4-5E42-2F45-B547-FE94E9956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85F589-8D90-B820-D0DA-7B1BF7764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825625"/>
            <a:ext cx="10311580" cy="444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668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EBD9F-A0C0-5D87-8531-2FD6CBC88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DB65B-C076-7868-AA40-C4BB0E135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47ACB-1764-1153-C64C-37183F260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057889-D477-59A0-E624-7ABEA2F1F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1004954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866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354BB-5D29-64E3-1737-4263FFC4C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176CF-212B-50AD-0FCA-B0241BDA8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5648C-4DEE-3D46-EB86-EF8BBA534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68649" cy="435133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3846B1-59F3-A1E6-62F1-B97B2862E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152" y="1825625"/>
            <a:ext cx="9835096" cy="419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211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4E026-74A6-3039-BEA9-19C1ED4BE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8CC43-F9C8-3FF5-7C91-B041D39E6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  <a:p>
            <a:r>
              <a:rPr lang="en-IN" dirty="0"/>
              <a:t>https://www.youtube.com/watch?v=z5AKsT3apWI</a:t>
            </a:r>
          </a:p>
        </p:txBody>
      </p:sp>
    </p:spTree>
    <p:extLst>
      <p:ext uri="{BB962C8B-B14F-4D97-AF65-F5344CB8AC3E}">
        <p14:creationId xmlns:p14="http://schemas.microsoft.com/office/powerpoint/2010/main" val="3955318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39</Words>
  <Application>Microsoft Office PowerPoint</Application>
  <PresentationFormat>Widescreen</PresentationFormat>
  <Paragraphs>13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Module 1 Concept Learning</vt:lpstr>
      <vt:lpstr>Concept Learning</vt:lpstr>
      <vt:lpstr>Concept Learning</vt:lpstr>
      <vt:lpstr>Concept Learning</vt:lpstr>
      <vt:lpstr>Concept Learning</vt:lpstr>
      <vt:lpstr>Concept Learning</vt:lpstr>
      <vt:lpstr>Concept Learning</vt:lpstr>
      <vt:lpstr>Concept Learning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raghu prasad konandur</dc:creator>
  <cp:lastModifiedBy>raghu prasad konandur</cp:lastModifiedBy>
  <cp:revision>44</cp:revision>
  <dcterms:created xsi:type="dcterms:W3CDTF">2025-08-13T23:37:38Z</dcterms:created>
  <dcterms:modified xsi:type="dcterms:W3CDTF">2025-10-15T07:27:50Z</dcterms:modified>
</cp:coreProperties>
</file>