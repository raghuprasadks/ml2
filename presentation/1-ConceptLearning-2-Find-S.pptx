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157F-B7DA-5334-2A36-5C887D48D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B9BAA-D1A0-DE56-39C2-11FB9EEEC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AFEC2-AEEB-8024-C8E6-4778036B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B3EDF-BC6D-8354-28A6-0BA879B5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E1F1-227E-E1DC-191D-E9A2526E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76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9B1A-2973-8BAE-2AE7-4F9698C5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C96F-4BCA-0DAB-1EAB-4DF17508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948B1-71D9-2C3D-CA3F-D4529203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C06ED-B329-F235-CDA9-A3FCBCD3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E9088-7C03-72BD-C9FC-35B1D809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55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957D-2B7A-1AA4-A68D-EDCFE5A0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BC548-4B9F-A2EC-6705-24EFF0E62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0380-419D-C61A-4AB2-CD5EDE69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5FE5-7B98-2B5D-BE7F-C80863FA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84AD-FE5B-8132-4BCC-89EA407D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98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A49F-8F28-8819-66AF-1FFB5ABE6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A656-2D68-53C9-AE07-3D6B10F23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9748F-3FC9-1CC2-6EB8-4E0A6F38B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45AA-4EF7-4B7B-AB03-AAF3B67F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2C195-E747-F453-A1BB-414F26C8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2539D-1C45-E207-2187-B3852796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0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FCDA-0D17-D61B-43C7-6CEFB6A2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A250C-9F5B-D5B6-A1BB-566590B9E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9140A-9DFC-CBBF-5C50-76C971B45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9B91C-34A7-AFD6-99D3-3A42D9DCE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CE6A1-075E-365D-08C7-16276462B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92CC50-0327-3B43-160A-22AA537E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5EB7C-9E1F-E4BC-740E-910C9DEC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647C3-CB85-9ADC-D3CC-23E42B65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2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07DD-74BC-47E2-BB33-8C1FFF4A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7B55B-25B7-78A9-15E8-3214C25F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D867D-FF5C-4B94-11FC-8383D20E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BFB44-79E5-F0E5-E3CC-C53DD384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30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EA85C-01C5-F73E-9FA5-73F63112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33C21-B7B7-B6DF-B0E7-9FBEEDCD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D3F32-EE62-931E-8E64-8B21F466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2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D735-851D-38DC-F574-8408587C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4B6A-12C0-D2CF-6401-10AF0247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AA5AE-3588-7C95-DCAE-EC7E16624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BBB2D-C822-00A0-4E5A-EFCCC252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12558-38A3-359D-FB9E-93B8F0A7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0C9C0-D738-ECC6-3664-46E14CAA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7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D909-9702-07BE-562F-1AD25F81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2A64E-C10A-E6C2-2FFB-CF086F60C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B0F98-59A6-2EB7-FFFE-88320AA8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71EF5-FAAB-5E2F-4495-25D273B8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A57D0-C752-821B-C730-25E91F23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DE827-EBEE-1DA0-6CE4-3DE93B40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21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29BB-0D54-1A2F-46B6-4CF6B059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44EAF-C251-8C36-FC32-EEE4F1455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4211E-4CBB-F225-CCDB-8D8C67F0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EB0A-5E7A-31BC-E4E3-286AEEE8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2544-8B44-5994-CC26-61652388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1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C8906-4C71-E9F9-B078-61EED6BE3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B02C0-835F-0812-BD81-6690FE037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0938-FDC9-D3BB-F7CD-F990AAFF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FBDA6-B866-725C-F5D1-E156E2F2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AAD3-9F12-5F6C-D6A0-810AF0BC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5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666A3-741C-BA31-DA24-07CBE110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3070E-EEEC-7327-72FD-3B0533F5A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A197E-349C-5882-20DD-D1AE77236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B7EF-FEB5-F398-C448-9A77C1218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A5B2-A01A-78D1-B75B-D266F2C6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13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CAD4-EF55-EC70-A631-57C043BC5F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1</a:t>
            </a:r>
            <a:br>
              <a:rPr lang="en-US" dirty="0"/>
            </a:br>
            <a:r>
              <a:rPr lang="en-US" dirty="0"/>
              <a:t>Find - 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F34CC-E808-6095-9F10-8532A2157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Raghu Prasad K S</a:t>
            </a:r>
          </a:p>
          <a:p>
            <a:r>
              <a:rPr lang="en-US" dirty="0"/>
              <a:t>9845547471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4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A422-B27E-2945-FC34-6FFD864A8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- 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A7A8-B566-926F-59E7-2A54FA35B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a maximally specific hypothesis – problem 1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8EBFE7-B3D2-7D27-CF58-9DF712456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9574"/>
            <a:ext cx="10803194" cy="41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2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7C136-E21B-9963-97A1-09E0EA04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B166B-98CF-4629-C5A4-4D288C26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- 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FEBF8-607D-BBD0-D6F0-7B6F7A966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66466-3F50-43C6-9D07-9B7C49D8B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321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8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B8E8-6317-1765-958D-6C5ADA52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4E8C-7017-6663-B9F1-502D679F4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– s – Iteration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48A94-764F-BAD2-F4B5-2111B197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DA1420-680C-F223-E1A9-7D7BAA797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67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5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0F5F5-5165-DC6D-26F6-BD343B54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BE76-0909-8367-668C-AE1B5650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– s – Iteration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34757-E29E-F1C8-EF47-6403D94F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D3637-A172-D2ED-6618-A1B3C03BB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0911349" cy="510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752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6F127-719E-340A-582B-08589C053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C153-3D03-EDB4-CEBA-5F2E074B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– s – Iteration 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D6D78-1BA1-88A3-E825-EE78C13E5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04D47D-A26E-A438-DD66-645D891E9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650436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736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0EA42-F6BE-9365-9DEB-F7EB47F3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5714-A72B-D7D9-2BFF-2CDEABA6B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– s – Iteration 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60A4E-8934-7F67-4CD1-3E69E9126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C7BC3-7E3C-074E-02D0-8EF88360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621123" cy="438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09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E026-74A6-3039-BEA9-19C1ED4B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CC43-F9C8-3FF5-7C91-B041D39E6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  <a:p>
            <a:r>
              <a:rPr lang="en-IN" dirty="0"/>
              <a:t>https://www.youtube.com/watch?v=O6vwN74aSGY&amp;list=PL4gu8xQu0_5L4Pl0Kd3om41FwG86usrQH&amp;index=2</a:t>
            </a:r>
          </a:p>
        </p:txBody>
      </p:sp>
    </p:spTree>
    <p:extLst>
      <p:ext uri="{BB962C8B-B14F-4D97-AF65-F5344CB8AC3E}">
        <p14:creationId xmlns:p14="http://schemas.microsoft.com/office/powerpoint/2010/main" val="395531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72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Module 1 Find - S</vt:lpstr>
      <vt:lpstr>Find - s</vt:lpstr>
      <vt:lpstr>Find - s</vt:lpstr>
      <vt:lpstr>Find – s – Iteration 1</vt:lpstr>
      <vt:lpstr>Find – s – Iteration 2</vt:lpstr>
      <vt:lpstr>Find – s – Iteration 3</vt:lpstr>
      <vt:lpstr>Find – s – Iteration 4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prasad konandur</dc:creator>
  <cp:lastModifiedBy>raghu prasad konandur</cp:lastModifiedBy>
  <cp:revision>60</cp:revision>
  <dcterms:created xsi:type="dcterms:W3CDTF">2025-08-13T23:37:38Z</dcterms:created>
  <dcterms:modified xsi:type="dcterms:W3CDTF">2025-10-15T09:37:52Z</dcterms:modified>
</cp:coreProperties>
</file>