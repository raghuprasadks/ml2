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157F-B7DA-5334-2A36-5C887D48D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B9BAA-D1A0-DE56-39C2-11FB9EEEC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AFEC2-AEEB-8024-C8E6-4778036B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B3EDF-BC6D-8354-28A6-0BA879B5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E1F1-227E-E1DC-191D-E9A2526E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760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9B1A-2973-8BAE-2AE7-4F9698C5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C96F-4BCA-0DAB-1EAB-4DF17508D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948B1-71D9-2C3D-CA3F-D4529203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C06ED-B329-F235-CDA9-A3FCBCD3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E9088-7C03-72BD-C9FC-35B1D809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55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957D-2B7A-1AA4-A68D-EDCFE5A0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BC548-4B9F-A2EC-6705-24EFF0E62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0380-419D-C61A-4AB2-CD5EDE69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5FE5-7B98-2B5D-BE7F-C80863FA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84AD-FE5B-8132-4BCC-89EA407D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98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A49F-8F28-8819-66AF-1FFB5ABE6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A656-2D68-53C9-AE07-3D6B10F23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9748F-3FC9-1CC2-6EB8-4E0A6F38B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745AA-4EF7-4B7B-AB03-AAF3B67F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2C195-E747-F453-A1BB-414F26C8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2539D-1C45-E207-2187-B3852796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0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FCDA-0D17-D61B-43C7-6CEFB6A25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A250C-9F5B-D5B6-A1BB-566590B9E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9140A-9DFC-CBBF-5C50-76C971B45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9B91C-34A7-AFD6-99D3-3A42D9DCE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CE6A1-075E-365D-08C7-16276462B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92CC50-0327-3B43-160A-22AA537E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5EB7C-9E1F-E4BC-740E-910C9DEC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647C3-CB85-9ADC-D3CC-23E42B65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2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07DD-74BC-47E2-BB33-8C1FFF4A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7B55B-25B7-78A9-15E8-3214C25F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D867D-FF5C-4B94-11FC-8383D20E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BFB44-79E5-F0E5-E3CC-C53DD384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30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EA85C-01C5-F73E-9FA5-73F63112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33C21-B7B7-B6DF-B0E7-9FBEEDCD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D3F32-EE62-931E-8E64-8B21F466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32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D735-851D-38DC-F574-8408587C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4B6A-12C0-D2CF-6401-10AF0247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AA5AE-3588-7C95-DCAE-EC7E16624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BBB2D-C822-00A0-4E5A-EFCCC252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12558-38A3-359D-FB9E-93B8F0A7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0C9C0-D738-ECC6-3664-46E14CAA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7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D909-9702-07BE-562F-1AD25F81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2A64E-C10A-E6C2-2FFB-CF086F60C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B0F98-59A6-2EB7-FFFE-88320AA8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71EF5-FAAB-5E2F-4495-25D273B8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A57D0-C752-821B-C730-25E91F23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DE827-EBEE-1DA0-6CE4-3DE93B40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21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29BB-0D54-1A2F-46B6-4CF6B059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44EAF-C251-8C36-FC32-EEE4F1455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4211E-4CBB-F225-CCDB-8D8C67F0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EB0A-5E7A-31BC-E4E3-286AEEE8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2544-8B44-5994-CC26-61652388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1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C8906-4C71-E9F9-B078-61EED6BE3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B02C0-835F-0812-BD81-6690FE037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0938-FDC9-D3BB-F7CD-F990AAFF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FBDA6-B866-725C-F5D1-E156E2F2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AAD3-9F12-5F6C-D6A0-810AF0BC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5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666A3-741C-BA31-DA24-07CBE110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3070E-EEEC-7327-72FD-3B0533F5A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A197E-349C-5882-20DD-D1AE77236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65EDE-A042-4BC5-93A5-730E3DD5C701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B7EF-FEB5-F398-C448-9A77C1218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A5B2-A01A-78D1-B75B-D266F2C6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2ABAD-26BF-4757-8107-231C14406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13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-Uk3jDFrWI&amp;list=PL4gu8xQu0_5L4Pl0Kd3om41FwG86usrQH&amp;index=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CAD4-EF55-EC70-A631-57C043BC5F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1</a:t>
            </a:r>
            <a:br>
              <a:rPr lang="en-US" dirty="0"/>
            </a:br>
            <a:r>
              <a:rPr lang="en-US" dirty="0"/>
              <a:t>Candidate Elimination Algorithm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F34CC-E808-6095-9F10-8532A2157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Raghu Prasad K S</a:t>
            </a:r>
          </a:p>
          <a:p>
            <a:r>
              <a:rPr lang="en-US" dirty="0"/>
              <a:t>9845547471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4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A422-B27E-2945-FC34-6FFD864A8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Candidate Elimination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A7A8-B566-926F-59E7-2A54FA35B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075AC9-B68B-F8A8-443A-EE028A3ED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787902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2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8B2DE-9EA1-A5A8-B6F7-82370E8C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27E2-F736-0A67-85C8-EEC8FD34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Candidate Elimination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FF858-4A6B-BEFE-97B9-248FE4EB1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6B00D-39C3-2629-70C4-A8E6E22DD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690687"/>
            <a:ext cx="10626214" cy="452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79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DD5CE-92B9-C9A3-3BFF-38C9134F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8888-9EFC-40AB-59E7-A73A52C2C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Candidate Elimination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ED938-8F1C-1176-E924-3121AA03A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63FFF9-7E71-00E3-94F7-B1951F6E0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93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C6455-8FF4-D620-EA03-5F431E28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3049B-A4C1-AD7B-08FE-4D2953DAB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Candidate Elimination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D5D3B-38F6-FE33-2813-4C282743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F0DC4-C962-D3FA-0C2E-4FAF6DB6C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7626"/>
            <a:ext cx="10359149" cy="383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78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E026-74A6-3039-BEA9-19C1ED4B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CC43-F9C8-3FF5-7C91-B041D39E6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  <a:p>
            <a:r>
              <a:rPr lang="en-IN" dirty="0">
                <a:hlinkClick r:id="rId2"/>
              </a:rPr>
              <a:t>https://www.youtube.com/watch?v=l-Uk3jDFrWI&amp;list=PL4gu8xQu0_5L4Pl0Kd3om41FwG86usrQH&amp;index=7</a:t>
            </a:r>
            <a:endParaRPr lang="en-IN" dirty="0"/>
          </a:p>
          <a:p>
            <a:r>
              <a:rPr lang="en-IN" dirty="0"/>
              <a:t>https://www.youtube.com/watch?v=O2wYwFOMQ24&amp;list=PL4gu8xQu0_5L4Pl0Kd3om41FwG86usrQH&amp;index=8</a:t>
            </a:r>
          </a:p>
          <a:p>
            <a:r>
              <a:rPr lang="en-IN" dirty="0"/>
              <a:t>https://vtupulse.com/machine-learning/candidate-elimination-algorithm-solved-example-1/#google_vignette</a:t>
            </a:r>
          </a:p>
        </p:txBody>
      </p:sp>
    </p:spTree>
    <p:extLst>
      <p:ext uri="{BB962C8B-B14F-4D97-AF65-F5344CB8AC3E}">
        <p14:creationId xmlns:p14="http://schemas.microsoft.com/office/powerpoint/2010/main" val="395531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76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Module 1 Candidate Elimination Algorithm</vt:lpstr>
      <vt:lpstr>Candidate Elimination</vt:lpstr>
      <vt:lpstr>Candidate Elimination</vt:lpstr>
      <vt:lpstr>Candidate Elimination</vt:lpstr>
      <vt:lpstr>Candidate Elimination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prasad konandur</dc:creator>
  <cp:lastModifiedBy>raghu prasad konandur</cp:lastModifiedBy>
  <cp:revision>74</cp:revision>
  <dcterms:created xsi:type="dcterms:W3CDTF">2025-08-13T23:37:38Z</dcterms:created>
  <dcterms:modified xsi:type="dcterms:W3CDTF">2025-10-15T11:26:25Z</dcterms:modified>
</cp:coreProperties>
</file>