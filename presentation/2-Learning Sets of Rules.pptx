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6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1BACA-9ED6-4309-BDBC-D1A0FC64350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E668D-B923-4932-8D6E-02D5678AA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79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157F-B7DA-5334-2A36-5C887D48D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B9BAA-D1A0-DE56-39C2-11FB9EEEC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AFEC2-AEEB-8024-C8E6-4778036B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B3EDF-BC6D-8354-28A6-0BA879B5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E1F1-227E-E1DC-191D-E9A2526E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76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9B1A-2973-8BAE-2AE7-4F9698C5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C96F-4BCA-0DAB-1EAB-4DF17508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948B1-71D9-2C3D-CA3F-D4529203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C06ED-B329-F235-CDA9-A3FCBCD3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E9088-7C03-72BD-C9FC-35B1D809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55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957D-2B7A-1AA4-A68D-EDCFE5A0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BC548-4B9F-A2EC-6705-24EFF0E62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0380-419D-C61A-4AB2-CD5EDE69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5FE5-7B98-2B5D-BE7F-C80863FA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84AD-FE5B-8132-4BCC-89EA407D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98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A49F-8F28-8819-66AF-1FFB5ABE6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A656-2D68-53C9-AE07-3D6B10F23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9748F-3FC9-1CC2-6EB8-4E0A6F38B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45AA-4EF7-4B7B-AB03-AAF3B67F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2C195-E747-F453-A1BB-414F26C8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2539D-1C45-E207-2187-B3852796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0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FCDA-0D17-D61B-43C7-6CEFB6A2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A250C-9F5B-D5B6-A1BB-566590B9E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9140A-9DFC-CBBF-5C50-76C971B45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9B91C-34A7-AFD6-99D3-3A42D9DCE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CE6A1-075E-365D-08C7-16276462B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92CC50-0327-3B43-160A-22AA537E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5EB7C-9E1F-E4BC-740E-910C9DEC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647C3-CB85-9ADC-D3CC-23E42B65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2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07DD-74BC-47E2-BB33-8C1FFF4A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7B55B-25B7-78A9-15E8-3214C25F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D867D-FF5C-4B94-11FC-8383D20E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BFB44-79E5-F0E5-E3CC-C53DD384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30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EA85C-01C5-F73E-9FA5-73F63112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33C21-B7B7-B6DF-B0E7-9FBEEDCD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D3F32-EE62-931E-8E64-8B21F466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2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D735-851D-38DC-F574-8408587C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4B6A-12C0-D2CF-6401-10AF0247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AA5AE-3588-7C95-DCAE-EC7E16624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BBB2D-C822-00A0-4E5A-EFCCC252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12558-38A3-359D-FB9E-93B8F0A7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0C9C0-D738-ECC6-3664-46E14CAA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7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D909-9702-07BE-562F-1AD25F81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2A64E-C10A-E6C2-2FFB-CF086F60C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B0F98-59A6-2EB7-FFFE-88320AA8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71EF5-FAAB-5E2F-4495-25D273B8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A57D0-C752-821B-C730-25E91F23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DE827-EBEE-1DA0-6CE4-3DE93B40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21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29BB-0D54-1A2F-46B6-4CF6B059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44EAF-C251-8C36-FC32-EEE4F1455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4211E-4CBB-F225-CCDB-8D8C67F0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EB0A-5E7A-31BC-E4E3-286AEEE8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2544-8B44-5994-CC26-61652388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1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C8906-4C71-E9F9-B078-61EED6BE3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B02C0-835F-0812-BD81-6690FE037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0938-FDC9-D3BB-F7CD-F990AAFF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FBDA6-B866-725C-F5D1-E156E2F2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AAD3-9F12-5F6C-D6A0-810AF0BC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5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666A3-741C-BA31-DA24-07CBE110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3070E-EEEC-7327-72FD-3B0533F5A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A197E-349C-5882-20DD-D1AE77236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65EDE-A042-4BC5-93A5-730E3DD5C7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B7EF-FEB5-F398-C448-9A77C1218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A5B2-A01A-78D1-B75B-D266F2C6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13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CAD4-EF55-EC70-A631-57C043BC5F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2</a:t>
            </a:r>
            <a:br>
              <a:rPr lang="en-US" dirty="0"/>
            </a:br>
            <a:r>
              <a:rPr lang="en-IN" dirty="0"/>
              <a:t>Learning Set Of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F34CC-E808-6095-9F10-8532A2157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Raghu Prasad K S</a:t>
            </a:r>
          </a:p>
          <a:p>
            <a:r>
              <a:rPr lang="en-US" dirty="0"/>
              <a:t>9845547471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4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1864-7BF7-2859-507A-A81CAFD7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25303-9563-ECB0-2401-7EB10E91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F842A-C3FE-51F1-AC87-2B5658F9B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📚 Learning Sets of Rules</a:t>
            </a:r>
          </a:p>
          <a:p>
            <a:r>
              <a:rPr lang="en-US" dirty="0"/>
              <a:t>The concept of "Learning Sets of Rules" is a core area in </a:t>
            </a:r>
            <a:r>
              <a:rPr lang="en-US" b="1" dirty="0"/>
              <a:t>Machine Learning (ML)</a:t>
            </a:r>
            <a:r>
              <a:rPr lang="en-US" dirty="0"/>
              <a:t>, particularly within the field of </a:t>
            </a:r>
            <a:r>
              <a:rPr lang="en-US" b="1" dirty="0"/>
              <a:t>Rule-Based Classification</a:t>
            </a:r>
            <a:r>
              <a:rPr lang="en-US" dirty="0"/>
              <a:t>. The goal is to induce human-readable, symbolic classification knowledge in the form of </a:t>
            </a:r>
            <a:r>
              <a:rPr lang="en-US" b="1" dirty="0"/>
              <a:t>IF-THEN rules</a:t>
            </a:r>
            <a:r>
              <a:rPr lang="en-US" dirty="0"/>
              <a:t>.</a:t>
            </a:r>
          </a:p>
          <a:p>
            <a:r>
              <a:rPr lang="en-US" dirty="0"/>
              <a:t>The general approach is called </a:t>
            </a:r>
            <a:r>
              <a:rPr lang="en-US" b="1" dirty="0"/>
              <a:t>Sequential Covering</a:t>
            </a:r>
            <a:r>
              <a:rPr lang="en-US" dirty="0"/>
              <a:t> or </a:t>
            </a:r>
            <a:r>
              <a:rPr lang="en-US" b="1" dirty="0"/>
              <a:t>Separate-and-Conquer</a:t>
            </a:r>
            <a:r>
              <a:rPr lang="en-US" dirty="0"/>
              <a:t>. The algorithm learns one rule at a time, removes the examples covered by that rule, and repeats the process until all (or most) training examples are covered.</a:t>
            </a:r>
          </a:p>
        </p:txBody>
      </p:sp>
    </p:spTree>
    <p:extLst>
      <p:ext uri="{BB962C8B-B14F-4D97-AF65-F5344CB8AC3E}">
        <p14:creationId xmlns:p14="http://schemas.microsoft.com/office/powerpoint/2010/main" val="215703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2DA6B-3270-0B57-A251-22F8BEF0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B194-6E0B-95B8-1766-6051F71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B646E-8CB7-677B-9F06-3FB6031FF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567BD-00A2-B778-C211-7F8CE1841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9637"/>
            <a:ext cx="10515600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9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F63D-51C6-51AB-9438-D3BB03CC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9076-7AF8-1E3E-F118-E9B30912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E6410-8C8F-4F4F-ACD6-CB9D54B7F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BC62EB-28C5-8B4F-5056-EA73E16B4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9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03447-41C1-EB93-5210-C0078922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83F4-BA8C-76EF-8238-20F4215B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AAAF-D536-AF0E-6C8E-3C387CAD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C0267-FB9C-2D0B-33F5-760AE918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5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EA35F-CAC0-0ABF-E931-BB7B8659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4BD6-FA70-6655-0178-F2ECA4E3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22848-3315-024B-880D-84B2E0B29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82999-7DFD-7BD8-6128-113415BFC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96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5D0D-A09D-01B1-0E60-6F93585A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B39D-E827-B815-8F04-EC86F002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C659-B8AB-D1B0-2842-BE342CDBE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FB2D8-F488-1C3A-6899-2E27E4E0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25625"/>
            <a:ext cx="9520832" cy="419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9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D6BA6-AEE2-EBEE-27EE-7A15BCB24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C095-69CA-C736-3412-D460942C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89A14-3D98-14EF-A26D-358CBA3AC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A53B22-1441-B771-90F4-BD97D0192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0606"/>
            <a:ext cx="10515600" cy="393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65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A6F0-B7E8-1885-7397-2F7F3623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513A-64F9-0301-C667-3233E9C6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98D7F-CB9E-04CA-3E36-E06847F3B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0E8073-9B17-46D7-0E41-110080FC9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73" y="1825625"/>
            <a:ext cx="10232021" cy="413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4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A755-9EA5-2FB6-6BD5-D1CC801C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8817-6FC6-CBB9-F020-5BDF1D18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90586-8D8A-15DC-F884-4851B3DB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A1F72E-B62D-285C-A45F-706AD8AC8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28" y="1690688"/>
            <a:ext cx="10693972" cy="428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429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30D3-B748-9E6A-7803-B974332C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26254-B054-1252-9E2C-492B919C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75BC9-6901-1599-5918-0648F9237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D694F8-2F66-3FA4-4A1C-0C5CDF05E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515600" cy="327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58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9AF2-A86F-7084-3A33-C234415D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19D4-6034-03E3-5F71-C9DEA4A0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Rules-FOIL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AFA8D-7C07-DFB7-8FDE-096D6DF9D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2D152-4BBC-C44B-B22C-D65EB4E11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28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5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BBEB1-06AB-6EBD-2DD2-41215E8B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2C8C8-A523-6651-8640-14BEF89D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Rules-FOIL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76B18-443E-A23D-66A7-B36BAD7E0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AFDBD-D2CA-6645-8C12-5B7466983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51560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23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9549-10CD-33D1-DE41-EEA4374A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DD89B-F6FC-8243-9594-D4F1E1F7D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Rules-FOIL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D03F1-B60C-7EBE-1EA9-8D42F1F49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082B0-97E9-6FA8-9399-115DF2203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599" cy="428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6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2221-F249-1BA5-5A72-AE7F900D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4C5D-2731-EEE1-6C53-B06E547F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Rules-FOIL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FC83C-1FD3-59F2-015A-404A47692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1AF42-7736-743B-394A-20931352C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105155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94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B36AC-2F8B-81F7-9C27-F1748F99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5F33-2F70-F0A7-F952-36920E9A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Rules-FOIL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EFC47-3A35-24AA-74CE-7166D5B1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FCF6E-901E-9DDC-391F-B4AEA79C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28" y="1923839"/>
            <a:ext cx="10360571" cy="411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39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9D367-0C4E-8E27-5CD8-402CEB44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B09D-A310-25CB-28EE-9AF14ECD6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Rules-FOIL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44C42-B251-EF78-501B-79ADF0742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D588D-94EC-51D7-9C60-AFA848916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11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94FB8-6425-14C9-9A1B-B8A2BEE0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D376-E21E-3BC1-69B6-CBAB1516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Rules-FOIL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99020-D54B-9571-EB93-4E0E89CCB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565FCB-8B72-3D73-548E-A4ECEB675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5156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90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CAB8-6EE8-2413-72D9-058F488F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480CF-E289-80BD-A635-102D794E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Rules-FOIL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08A15-0BBD-FFA5-4FF5-6DE5C506E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83036-3820-F607-EAA9-93405858D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90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2D2F9-1252-A593-0120-F4A96534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89EA-BF09-1645-5BB5-80162382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Sets of Rules-FOIL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4EFC2-C229-C5E9-67BB-72851E07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95C708-83E9-8820-8322-1891FB010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29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0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179</Words>
  <Application>Microsoft Office PowerPoint</Application>
  <PresentationFormat>Widescreen</PresentationFormat>
  <Paragraphs>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Module 2 Learning Set Of Rules</vt:lpstr>
      <vt:lpstr>Learning Sets of Rules</vt:lpstr>
      <vt:lpstr>Learning Sets of Rules</vt:lpstr>
      <vt:lpstr>Learning Sets of Rules</vt:lpstr>
      <vt:lpstr>Learning Sets of Rules</vt:lpstr>
      <vt:lpstr>Learning Sets of Rules</vt:lpstr>
      <vt:lpstr>Learning Sets of Rules</vt:lpstr>
      <vt:lpstr>Learning Sets of Rules</vt:lpstr>
      <vt:lpstr>Learning Sets of Rules</vt:lpstr>
      <vt:lpstr>Learning Sets of Rules</vt:lpstr>
      <vt:lpstr>Learning Sets of Rules</vt:lpstr>
      <vt:lpstr>Learning Sets of Rules-FOIL</vt:lpstr>
      <vt:lpstr>Learning Sets of Rules-FOIL</vt:lpstr>
      <vt:lpstr>Learning Sets of Rules-FOIL</vt:lpstr>
      <vt:lpstr>Learning Sets of Rules-FOIL</vt:lpstr>
      <vt:lpstr>Learning Sets of Rules-FOIL</vt:lpstr>
      <vt:lpstr>Learning Sets of Rules-FOIL</vt:lpstr>
      <vt:lpstr>Learning Sets of Rules-FOIL</vt:lpstr>
      <vt:lpstr>Learning Sets of Rules-FOIL</vt:lpstr>
      <vt:lpstr>Learning Sets of Rules-FOIL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prasad konandur</dc:creator>
  <cp:lastModifiedBy>raghu prasad konandur</cp:lastModifiedBy>
  <cp:revision>192</cp:revision>
  <dcterms:created xsi:type="dcterms:W3CDTF">2025-08-13T23:37:38Z</dcterms:created>
  <dcterms:modified xsi:type="dcterms:W3CDTF">2025-11-13T01:03:23Z</dcterms:modified>
</cp:coreProperties>
</file>