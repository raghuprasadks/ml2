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73" r:id="rId4"/>
    <p:sldId id="286" r:id="rId5"/>
    <p:sldId id="287" r:id="rId6"/>
    <p:sldId id="288" r:id="rId7"/>
    <p:sldId id="289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1BACA-9ED6-4309-BDBC-D1A0FC64350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E668D-B923-4932-8D6E-02D5678AA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9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57F-B7DA-5334-2A36-5C887D48D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B9BAA-D1A0-DE56-39C2-11FB9E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FEC2-AEEB-8024-C8E6-4778036B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EDF-BC6D-8354-28A6-0BA879B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E1F1-227E-E1DC-191D-E9A2526E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B1A-2973-8BAE-2AE7-4F9698C5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C96F-4BCA-0DAB-1EAB-4DF17508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48B1-71D9-2C3D-CA3F-D452920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C06ED-B329-F235-CDA9-A3FCBCD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9088-7C03-72BD-C9FC-35B1D80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57D-2B7A-1AA4-A68D-EDCFE5A0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C548-4B9F-A2EC-6705-24EFF0E6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0380-419D-C61A-4AB2-CD5EDE69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5FE5-7B98-2B5D-BE7F-C80863FA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84AD-FE5B-8132-4BCC-89EA407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A49F-8F28-8819-66AF-1FFB5AB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A656-2D68-53C9-AE07-3D6B10F23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9748F-3FC9-1CC2-6EB8-4E0A6F38B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45AA-4EF7-4B7B-AB03-AAF3B67F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C195-E747-F453-A1BB-414F26C8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539D-1C45-E207-2187-B385279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0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FCDA-0D17-D61B-43C7-6CEFB6A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250C-9F5B-D5B6-A1BB-566590B9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140A-9DFC-CBBF-5C50-76C971B4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9B91C-34A7-AFD6-99D3-3A42D9DC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E6A1-075E-365D-08C7-16276462B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CC50-0327-3B43-160A-22AA537E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5EB7C-9E1F-E4BC-740E-910C9DEC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647C3-CB85-9ADC-D3CC-23E42B6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07DD-74BC-47E2-BB33-8C1FFF4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B55B-25B7-78A9-15E8-3214C25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867D-FF5C-4B94-11FC-8383D20E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BFB44-79E5-F0E5-E3CC-C53DD384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EA85C-01C5-F73E-9FA5-73F6311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33C21-B7B7-B6DF-B0E7-9FBEEDCD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3F32-EE62-931E-8E64-8B21F466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2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735-851D-38DC-F574-8408587C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4B6A-12C0-D2CF-6401-10AF0247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A5AE-3588-7C95-DCAE-EC7E1662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BB2D-C822-00A0-4E5A-EFCCC2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12558-38A3-359D-FB9E-93B8F0A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0C9C0-D738-ECC6-3664-46E14CA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D909-9702-07BE-562F-1AD25F81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A64E-C10A-E6C2-2FFB-CF086F60C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0F98-59A6-2EB7-FFFE-88320AA8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1EF5-FAAB-5E2F-4495-25D273B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57D0-C752-821B-C730-25E91F2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E827-EBEE-1DA0-6CE4-3DE93B4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29BB-0D54-1A2F-46B6-4CF6B05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4EAF-C251-8C36-FC32-EEE4F145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211E-4CBB-F225-CCDB-8D8C67F0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EB0A-5E7A-31BC-E4E3-286AEEE8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2544-8B44-5994-CC26-61652388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C8906-4C71-E9F9-B078-61EED6BE3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02C0-835F-0812-BD81-6690FE03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938-FDC9-D3BB-F7CD-F990AAFF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FBDA6-B866-725C-F5D1-E156E2F2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AAD3-9F12-5F6C-D6A0-810AF0BC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66A3-741C-BA31-DA24-07CBE110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070E-EEEC-7327-72FD-3B0533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197E-349C-5882-20DD-D1AE7723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5EDE-A042-4BC5-93A5-730E3DD5C70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7EF-FEB5-F398-C448-9A77C1218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A5B2-A01A-78D1-B75B-D266F2C6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_IRcxgG0FL4?si=_TdiKgC-NVnCESy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AD4-EF55-EC70-A631-57C043BC5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4</a:t>
            </a:r>
            <a:br>
              <a:rPr lang="en-US" dirty="0"/>
            </a:br>
            <a:r>
              <a:rPr lang="en-IN" dirty="0"/>
              <a:t>Unsupervised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F34CC-E808-6095-9F10-8532A2157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Raghu Prasad K S</a:t>
            </a:r>
          </a:p>
          <a:p>
            <a:r>
              <a:rPr lang="en-US" dirty="0"/>
              <a:t>9845547471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1864-7BF7-2859-507A-A81CAFD7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5303-9563-ECB0-2401-7EB10E91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F842A-C3FE-51F1-AC87-2B5658F9B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Self-Organizing Feature Map (SOFM)</a:t>
            </a:r>
            <a:r>
              <a:rPr lang="en-US" dirty="0"/>
              <a:t>, also known as a </a:t>
            </a:r>
            <a:r>
              <a:rPr lang="en-US" b="1" dirty="0"/>
              <a:t>Self-Organizing Map (SOM)</a:t>
            </a:r>
            <a:r>
              <a:rPr lang="en-US" dirty="0"/>
              <a:t> or </a:t>
            </a:r>
            <a:r>
              <a:rPr lang="en-US" b="1" dirty="0"/>
              <a:t>Kohonen Map</a:t>
            </a:r>
            <a:r>
              <a:rPr lang="en-US" dirty="0"/>
              <a:t>, is a type of </a:t>
            </a:r>
            <a:r>
              <a:rPr lang="en-US" b="1" dirty="0"/>
              <a:t>unsupervised artificial neural network</a:t>
            </a:r>
            <a:r>
              <a:rPr lang="en-US" dirty="0"/>
              <a:t> used for </a:t>
            </a:r>
            <a:r>
              <a:rPr lang="en-US" b="1" dirty="0"/>
              <a:t>dimensionality reduction</a:t>
            </a:r>
            <a:r>
              <a:rPr lang="en-US" dirty="0"/>
              <a:t> and </a:t>
            </a:r>
            <a:r>
              <a:rPr lang="en-US" b="1" dirty="0"/>
              <a:t>clustering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Its primary function is to transform a high-dimensional input dataset into a low-dimensional, discretized representation—typically a </a:t>
            </a:r>
            <a:r>
              <a:rPr lang="en-US" b="1" dirty="0"/>
              <a:t>two-dimensional (2D) grid</a:t>
            </a:r>
            <a:r>
              <a:rPr lang="en-US" dirty="0"/>
              <a:t>—while </a:t>
            </a:r>
            <a:r>
              <a:rPr lang="en-US" b="1" dirty="0"/>
              <a:t>preserving the topological structure</a:t>
            </a:r>
            <a:r>
              <a:rPr lang="en-US" dirty="0"/>
              <a:t> of the data. This means that data points that are close together in the high-dimensional input space will be mapped to nearby neurons (nodes) on the 2D 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03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5244-A539-5178-1C06-7E925804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70ED-0B2E-AF95-A305-A4129FC6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5E217-3C55-F6FB-5909-B1C478706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🗺️ How the SOM Works</a:t>
            </a:r>
            <a:endParaRPr lang="en-US" dirty="0"/>
          </a:p>
          <a:p>
            <a:r>
              <a:rPr lang="en-US" dirty="0"/>
              <a:t>The SOM consists of two layers: an input layer (representing the features of the data) and an output layer (the 2D grid of neurons, or the "feature map").</a:t>
            </a:r>
            <a:r>
              <a:rPr lang="en-US" baseline="30000" dirty="0"/>
              <a:t>4</a:t>
            </a:r>
            <a:r>
              <a:rPr lang="en-US" dirty="0"/>
              <a:t> Unlike standard neural networks that use backpropagation, the SOM uses </a:t>
            </a:r>
            <a:r>
              <a:rPr lang="en-US" b="1" dirty="0"/>
              <a:t>competitive learning</a:t>
            </a:r>
            <a:r>
              <a:rPr lang="en-US" dirty="0"/>
              <a:t>.</a:t>
            </a:r>
          </a:p>
          <a:p>
            <a:r>
              <a:rPr lang="en-US" dirty="0"/>
              <a:t>The training process involves three core steps, repeated over many iterations: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96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4638-C67D-62C5-8C3F-E9075B7E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A5DA-DCFA-22A2-0D03-89872FD7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9EA5-470D-34BE-226E-95FEBC6D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CECE0-50F2-CE89-7F6C-6F97B061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7603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7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57F9-8BE6-F691-F62A-769D903C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EEBC-D3C4-D0E6-2685-401FC3E1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0A3DC-8B06-1AC3-A6D1-02B20611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05D2C-C686-887E-0393-A46F0DCD9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0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42FCB-A1B0-6DE8-7DB3-8CC73300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74A4-55DC-7CB2-908E-116E2472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CF5F-9F1C-B71D-DF6E-07E2E7204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6F75C-59E2-16D4-2A1C-568CD9A9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0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3C98-C7BE-BC26-AF08-3500005E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E925-43A1-B416-A669-FAC81BE5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DE3BE-E35D-3496-327F-58E2EA318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5" y="1563936"/>
            <a:ext cx="10427825" cy="465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7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BA3F-4211-9778-B619-26F384B0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B34F-182F-8CE4-F976-BE62444F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362D-A539-8B92-4A4D-B7536BB1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5342E-1E1C-9050-F526-17EB04FF5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1563329"/>
            <a:ext cx="10898121" cy="41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2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27BA-9B75-5485-24CB-3A4F5462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CF18-570B-7F5F-D623-4B503054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EA55-9DED-3AFA-CC14-F92CA5D90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FF709-23C2-3FC4-008A-2D09E895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825624"/>
            <a:ext cx="10869542" cy="388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4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5390D-A602-FF99-D222-1475174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B4CE-6C79-29B4-5A61-36C2C6EB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17F7-2FFB-3805-2642-258EAACE6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B7498-F8E7-D41A-9799-041410AAA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4671"/>
            <a:ext cx="10906760" cy="47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7083-7C90-F328-D44B-0C6F5A5C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ADA1-DDC6-A8BB-3BEA-28EF067B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AAB05-0B0B-FF89-6E8A-8522E3B22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809756-E878-C058-B26D-39BFB096F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9259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6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E7AE7-AA6F-58A1-CB41-5C4A0692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7A28-372C-998A-B2D5-E166FAC4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8211-4BD7-C0C7-82B9-115223906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D6896-72E2-2E66-6190-3F683E5F8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9259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6234-F1D4-B4BB-0D42-533DCC81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126E-FB37-5D3B-7B8A-476C20F4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15A5-63C4-68D7-E9FE-6CED7B2FF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E160E-ED6D-FEA1-6D4D-3DB76C3C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01960" cy="45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24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5ABF-1CAA-9D8C-7DCF-15AB758E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E3F8-0ABC-01FF-7AC9-76A281ED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4D145-E744-A96A-1213-FB5DF926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CA49A-334E-E56A-7753-AB80D63D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1825624"/>
            <a:ext cx="1123154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9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EE37-005A-06F5-91EB-A1E8C070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DCD1-C18F-033A-E3D2-1E0AEB08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E3CBB-1841-1B6C-87A9-604D2234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53D24-4539-645A-6081-9C3525BA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825624"/>
            <a:ext cx="10402752" cy="414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0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6AC4-47D7-982F-CEB3-23937BBC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23DE-E5F9-B365-0851-F5025C73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A0F5-355B-3DDC-7B98-B2A40223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E2CD6-D868-B1D9-5D50-F4BBECF4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1825623"/>
            <a:ext cx="11269648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4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786E-37BA-5E14-951C-F6B98183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F570-990D-D33C-1734-78A95196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CCA5-32FE-DEFC-9C0E-1075F579A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9B860-48F4-A01A-C415-CB7127BA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04" y="1690688"/>
            <a:ext cx="10799181" cy="484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4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4B31-68D0-CE1F-D8BB-54682942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FEFE-A87D-FDF8-EEA7-5C4331E7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A8B1-8BD6-13EF-D1C0-4AA1D42D4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7F64DD-3E8E-368B-3E53-E4B114BBE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48" y="1825625"/>
            <a:ext cx="10770791" cy="398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1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7FD9-E3D0-650B-C53A-D8EAB7391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F4C5-E117-5305-803B-BDFD2591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Organizing Feature Map-Solved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8FF4-A4DD-779A-6298-7CF3E2853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180A-1F5B-C755-C323-0C58AFCC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1504681"/>
            <a:ext cx="11164858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52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E026-74A6-3039-BEA9-19C1ED4B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CC43-F9C8-3FF5-7C91-B041D39E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Self Organizing Feature Map Kohonen Maps Solved Example </a:t>
            </a:r>
          </a:p>
          <a:p>
            <a:r>
              <a:rPr lang="en-IN" dirty="0">
                <a:hlinkClick r:id="rId2"/>
              </a:rPr>
              <a:t>https://youtu.be/_IRcxgG0FL4?si=_TdiKgC-NVnCESya</a:t>
            </a:r>
            <a:endParaRPr lang="en-IN" dirty="0"/>
          </a:p>
          <a:p>
            <a:r>
              <a:rPr lang="en-IN" dirty="0"/>
              <a:t>https://youtu.be/InVvyioWDlw?si=aTI80HPG35d2A26S</a:t>
            </a:r>
          </a:p>
        </p:txBody>
      </p:sp>
    </p:spTree>
    <p:extLst>
      <p:ext uri="{BB962C8B-B14F-4D97-AF65-F5344CB8AC3E}">
        <p14:creationId xmlns:p14="http://schemas.microsoft.com/office/powerpoint/2010/main" val="395531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303</Words>
  <Application>Microsoft Office PowerPoint</Application>
  <PresentationFormat>Widescreen</PresentationFormat>
  <Paragraphs>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Module 4 Unsupervised Learning</vt:lpstr>
      <vt:lpstr>Self Organizing Feature Map</vt:lpstr>
      <vt:lpstr>Self Organizing Feature Map</vt:lpstr>
      <vt:lpstr>Self Organizing Feature Map</vt:lpstr>
      <vt:lpstr>Self Organizing Feature Map</vt:lpstr>
      <vt:lpstr>Self Organizing Feature Map</vt:lpstr>
      <vt:lpstr>Self Organizing Feature Map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Self Organizing Feature Map-Solved Example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146</cp:revision>
  <dcterms:created xsi:type="dcterms:W3CDTF">2025-08-13T23:37:38Z</dcterms:created>
  <dcterms:modified xsi:type="dcterms:W3CDTF">2025-11-12T14:45:17Z</dcterms:modified>
</cp:coreProperties>
</file>